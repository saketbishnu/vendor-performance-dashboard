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B1EB-90AC-C14A-8989-F95D562C1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FB90D-F71E-6CE0-4645-03E8C5BC0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07E53-2B23-5D3D-A469-AD4F5D75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35C4F-A6CE-7A26-BDCC-DF1432E6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7BB54-E802-208F-CD27-52C4118A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04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9D6C-5648-93D3-3B2D-D46740BC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0016-683A-271D-96DB-5EE00FAAD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82607-3FA2-4BA9-F68E-27BEAD5F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D576-9BEB-BBDB-9FA6-7B4DECB7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4768B-A278-2688-8AF1-909671A7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0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F639-E4E5-7B4C-67CF-CB342089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5B5E0-C29A-A247-D746-1CF03F654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8D5EC-352F-9D56-F22A-7F1C4C45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0CC3-0ECD-8E0B-DE65-D950D186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10264-2C6A-5FF2-3F91-989DDB59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66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B51D-277A-0428-1DC2-939BDF35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34ECA-671D-2275-F8EF-297997BB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3B372-3681-36CF-7959-DDDF87625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3540C-6F04-6F06-27A9-C6B213C5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25F21-E9AD-C151-BCFC-D07C9627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1D59E-7500-127E-54C9-63C7F3F8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3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3F2D-3211-557D-4FD3-CE013B0F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54427-E4EB-1735-80C8-B8E46EC39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B659D-1331-7150-AE8E-0BCEFB2C3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EC34E-5273-C54D-553C-26DD03211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8ECA4-1AA5-3185-BB52-3D19270AA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F1CD0-EA26-008E-45FC-B232E573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347E6-7E9B-7C25-A431-9FF3ABD4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88A59-C58F-84EC-24E9-E3C5D54C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63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E57-39A9-6232-A174-3E717958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67864-4AC9-683F-D0FD-3976D25F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4C178-E5F0-8D58-AA6E-AD492338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09B30-F0A2-92AF-3A6A-85299366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75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23A85-D266-830A-8D7B-E8D31DFA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EC153-B649-31A2-9C19-B16376B9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55B6-7EEC-B40B-B1EF-6232D7AB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2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8B52-8F71-11DE-9845-87AD809A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745F-379D-C8B2-B61B-796B5CE8D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3AAF8-E80B-F451-BB86-F5832198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BCC8A-7FD5-6752-6D65-6DE7992F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B8249-76B3-D6C9-F3C3-E7D7CD2C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CE3E8-98BE-AE6B-0D7C-062F7303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01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2B2C-CA9C-37B8-C780-E5B8D21E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B07AE-7E09-CD4A-0063-2F8D44540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865E7-DF7B-44AB-41ED-BABC19C5C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8C7A2-8BDE-5866-9E66-DA1F202F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3D3DF-82D1-F88E-288A-19BA2656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AF442-32BD-8413-69F5-74716B84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9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8BAD-A248-F5F6-D3F7-BC8F92AB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A4D53-6D61-B890-D99B-1F13BE926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956E-A558-5141-167C-CCBBC971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DA832-5A31-42B0-048B-13937439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B29C0-32D5-9EBC-BDEC-A1A3C4D1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08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21921-6D2A-8CEA-547B-BCBFD0F4C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941A5-E812-1576-9238-DD5A64C0E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FE8E0-D377-2CFE-3C43-AB79B435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CCB7-C0EA-CAD0-4788-4A0C56B3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EB1FC-B5A2-30AE-2389-86A70DD0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35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F8C63-C78F-3D78-A9D3-7720CEB5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BD683-ABAF-4B4F-EB65-2961FD03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DDE73-531D-442C-F1FD-0C52385C5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83070-ED8E-47CC-9A02-463310A73D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2284-913C-092F-143C-6B3B7DF75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CB55A-D397-815D-617E-B1D11FBF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7689-47C6-4DBF-80DC-8736B71F4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26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0B7C5-8233-5FAE-AB35-70A8B7E7F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653" y="1195075"/>
            <a:ext cx="6582694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3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194A-4262-1817-BFDC-A01E882C5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400" b="1" dirty="0"/>
              <a:t>1. What Logging Does in Your Code</a:t>
            </a:r>
            <a:br>
              <a:rPr lang="en-US" sz="1400" dirty="0"/>
            </a:br>
            <a:r>
              <a:rPr lang="en-US" sz="1400" dirty="0"/>
              <a:t>🔹 In simple words:</a:t>
            </a:r>
            <a:br>
              <a:rPr lang="en-US" sz="1400" dirty="0"/>
            </a:br>
            <a:r>
              <a:rPr lang="en-US" sz="1400" dirty="0"/>
              <a:t>Logging is like your program writing a diary 📖 — it records </a:t>
            </a:r>
            <a:r>
              <a:rPr lang="en-US" sz="1400" i="1" dirty="0"/>
              <a:t>everything that happens while your code runs.</a:t>
            </a:r>
            <a:br>
              <a:rPr lang="en-US" sz="1200" dirty="0"/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EC1CF-21BF-7371-FC69-857CA9A34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02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B78C9-0E31-A3B6-F41C-518FA866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104575"/>
            <a:ext cx="8592749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3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36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1. What Logging Does in Your Code 🔹 In simple words: Logging is like your program writing a diary 📖 — it records everything that happens while your code runs.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bishnu</dc:creator>
  <cp:lastModifiedBy>saket bishnu</cp:lastModifiedBy>
  <cp:revision>3</cp:revision>
  <dcterms:created xsi:type="dcterms:W3CDTF">2025-10-08T00:22:51Z</dcterms:created>
  <dcterms:modified xsi:type="dcterms:W3CDTF">2025-10-26T23:07:14Z</dcterms:modified>
</cp:coreProperties>
</file>